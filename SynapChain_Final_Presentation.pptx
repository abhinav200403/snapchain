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0"/>
            <a:ext cx="1168603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035040"/>
            <a:ext cx="1168603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CHITKARA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SynapChain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AI-Powered Multi-Tenant Supply Chain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Abhinav Thakur  ·  2211981009  ·  B.E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01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Under the Guidance of: Dr. Nagesh Kumar  ·  Assistant Dean, CSE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160520"/>
            <a:ext cx="1554480" cy="34747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8795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Node.js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160520"/>
            <a:ext cx="1554480" cy="34747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418795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React.js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160520"/>
            <a:ext cx="1554480" cy="34747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418795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PostgreSQL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60520"/>
            <a:ext cx="1554480" cy="34747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8795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OpenAI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160520"/>
            <a:ext cx="1554480" cy="34747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418795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TypeScript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4160520"/>
            <a:ext cx="1554480" cy="34747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418795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Department of Computer Science &amp; Engineering  ·  2025–26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1874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2788920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278892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95351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29718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3886200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388620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50791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0690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Key Features &amp;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4983479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" y="4983479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148071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" y="516635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System Design (ER &amp; DFD)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64224" y="1691640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169164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185623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1874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4224" y="2788920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64224" y="278892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295351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29718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3886200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64224" y="388620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4050791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40690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Testing &amp;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4224" y="4983479"/>
            <a:ext cx="5394960" cy="868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64224" y="4983479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5148071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8584" y="516635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Challenges in traditional supply chain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" y="175564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6656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Manual inventory tracking leads to stock errors and shortages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41401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50008"/>
            <a:ext cx="6656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Disconnected tools create lack of real-time visibility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723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08376"/>
            <a:ext cx="6656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 role-specific dashboards — all users see the same view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307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66744"/>
            <a:ext cx="6656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Delayed shipment updates and no logistics transparency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891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325112"/>
            <a:ext cx="6656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 AI-based demand forecasting — purely reactive purchasing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50474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983479"/>
            <a:ext cx="6656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 audit trail for accountability and 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691640"/>
            <a:ext cx="393192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691640"/>
            <a:ext cx="39319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185623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3500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Businesses use
spreadsheets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246120"/>
            <a:ext cx="393192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3246120"/>
            <a:ext cx="39319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4107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3×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90448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More stockouts
without forecasting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4800600"/>
            <a:ext cx="393192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496519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$1.1T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4589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Lost yearly to
poor visibility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What SynapChain was built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5486400" cy="13258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Centralized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Single system for inventory, orders, suppliers &amp; shipments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9944" y="1691640"/>
            <a:ext cx="5486400" cy="13258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9944" y="16916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Multi-Tenant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945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Multiple organizations, isolated data, shared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3200400"/>
            <a:ext cx="5486400" cy="13258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320040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37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Role-Based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7033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Admin, Ops Manager, Supplier, Business Analyst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9944" y="3200400"/>
            <a:ext cx="5486400" cy="13258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9944" y="320040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337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AI Demand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7033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OpenAI-powered predictions for future inventory needs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4709160"/>
            <a:ext cx="5486400" cy="13258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47091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46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Real-Time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2120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Low stock alerts, shipment delays, pending approvals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9944" y="4709160"/>
            <a:ext cx="5486400" cy="13258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9944" y="47091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4846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Audit &amp;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52120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Complete activity logs for compliance and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3-Tier Full-Stack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4892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PRESENTATION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React 18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Vite build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Shadcn/ui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TanStack React Query 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0448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Axios HTTP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Recharts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00200"/>
            <a:ext cx="3657600" cy="4892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600200"/>
            <a:ext cx="36576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645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APPLICATION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0848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Node.js + Express.js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TypeScript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8620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JWT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2095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RBAC Middleware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5570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RESTful API routes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90448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OpenAI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25196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Bcrypt password hashing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84464" y="1600200"/>
            <a:ext cx="3657600" cy="4892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1600200"/>
            <a:ext cx="365760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1645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DATA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20848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PostgreSQL on Neon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Multi-tenant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28620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UUID primary keys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32095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Google DNS pre-resolve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35570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Lazy pool init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90448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Company-scoped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25196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Singapore 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5655" y="34747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34747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10 fully implemented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01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8775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JWT + bcrypt, token refresh, secure RBAC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15768" y="169164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801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Inventory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58775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Stock tracking, low-stock alerts,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691640"/>
            <a:ext cx="21031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1801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Order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58775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Full lifecycle, status transitions,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2904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32904" y="169164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801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Shipment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58775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Status progression, driver info, timestamps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1472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91472" y="169164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8712" y="1801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Supplier Mgmt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258775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Ratings, lead times, product linking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21031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074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AI Forecasting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OpenAI demand predictions from history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15768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15768" y="384048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3008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7208" y="44074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Notifications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7208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Role-based alerts, low stock, delays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74336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74336" y="384048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51576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65776" y="44074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Analytics KPIs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65776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Charts, fulfillment rate, revenue trends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3840480"/>
            <a:ext cx="21031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10144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24344" y="44074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Audit 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4344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Full activity trail, admin access 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91472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91472" y="384048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68712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2" y="44074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Export /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2912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CSV export, analytics dashboards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4 user roles with distinct permissions and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26060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26060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04288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Full system access
• user management
• audit logs
• all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691640"/>
            <a:ext cx="26060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691640"/>
            <a:ext cx="26060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7373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Operations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04288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Approve/reject orders
• manage shipments
• view all dashboards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6060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91640"/>
            <a:ext cx="260604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3" y="17373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Supplier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304288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View &amp; accept fulfillment requests
• update delivery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263" y="1691640"/>
            <a:ext cx="26060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3" y="1691640"/>
            <a:ext cx="260604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3" y="17373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Business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304288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Read-only analytics
• demand forecasting
• KPI dashboards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6035040"/>
            <a:ext cx="1097280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⚡  All API routes are protected by JWT middleware. Company-scoped queries prevent any cross-tenant data leakage.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Multi-Tenant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Secure data isolation for multiple organizations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2743200"/>
            <a:ext cx="2286000" cy="10972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0" y="2743200"/>
            <a:ext cx="2286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8529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🗄 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1821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Single shared DB
with company_id isolation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228600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920240"/>
            <a:ext cx="22860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Company A
(Admin tenant)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228600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22860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Company B
(Ops tenant)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920240"/>
            <a:ext cx="228600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920240"/>
            <a:ext cx="22860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Company C
(Supplier)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4206240"/>
            <a:ext cx="228600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4206240"/>
            <a:ext cx="22860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4389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7171"/>
                </a:solidFill>
              </a:rPr>
              <a:t>Company D
(Analyst)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5276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5212080"/>
            <a:ext cx="4672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table has company_id foreign key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56235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5559552"/>
            <a:ext cx="4672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 queries WHERE company_id = $user.companyId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0" y="59710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5907024"/>
            <a:ext cx="4672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payload carries companyId on every request</a:t>
            </a:r>
          </a:p>
        </p:txBody>
      </p:sp>
      <p:sp>
        <p:nvSpPr>
          <p:cNvPr id="29" name="Oval 28"/>
          <p:cNvSpPr/>
          <p:nvPr/>
        </p:nvSpPr>
        <p:spPr>
          <a:xfrm>
            <a:off x="3657600" y="631850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6254496"/>
            <a:ext cx="4672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Complete data isolation guaranteed at query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Entity Relationship overview — 6 core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3566160" cy="21031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3566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64792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id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7802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8892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99816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10712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is_active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4" y="1691640"/>
            <a:ext cx="3566160" cy="21031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1691640"/>
            <a:ext cx="35661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764792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id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7802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company_id (FK)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78892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099816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410712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password_hash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691640"/>
            <a:ext cx="3566160" cy="21031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4" y="1691640"/>
            <a:ext cx="356616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1764792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id (PK)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47802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company_id (FK)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8892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099816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stock_quantity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410712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reorder_level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4023360"/>
            <a:ext cx="3566160" cy="21031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" y="4023360"/>
            <a:ext cx="3566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096512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orders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498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id (PK)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8097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company_id (FK)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2064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customer_name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431536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742432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total_amount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43984" y="4023360"/>
            <a:ext cx="3566160" cy="21031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43984" y="4023360"/>
            <a:ext cx="35661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4096512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suppliers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498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id (PK)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8097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company_id (FK)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12064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name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5431536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rating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742432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lead_time_days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4464" y="4023360"/>
            <a:ext cx="3566160" cy="21031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84464" y="4023360"/>
            <a:ext cx="356616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4096512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shipments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498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id (PK)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4809744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order_id (FK)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512064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company_id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5431536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742432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  tracking_number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Modern full-stack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1828800" cy="74980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892808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92024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React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79" y="1892808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92808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2024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Tailwind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892808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92024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Vite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1892808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192024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TanStack 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2587752"/>
            <a:ext cx="1828800" cy="74980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7706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788920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2816352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Node.js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788920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2816352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Express.js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788920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816352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TypeScript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2788920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2816352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JWT 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2788920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2992" y="2816352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Bcrypt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3483864"/>
            <a:ext cx="1828800" cy="74980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66674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Database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685032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371246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79" y="3685032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371246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Neon Cloud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685032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71246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UUID PKs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9" y="3685032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371246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Google DNS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3685032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371246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Pool Mgmt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" y="4379976"/>
            <a:ext cx="1828800" cy="74980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45628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AI / APIs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581144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24912" y="460857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OpenAI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79" y="4581144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1" y="460857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REST APIs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581144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60857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Axios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4581144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48471" y="460857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CORS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9840" y="4581144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460857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Helmet.js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" y="5276088"/>
            <a:ext cx="1828800" cy="74980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54589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Dev Tools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5477255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24912" y="5504688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VS Code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6279" y="5477255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99431" y="5504688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Git/GitHub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477255"/>
            <a:ext cx="17190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5504688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Postman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19" y="5477255"/>
            <a:ext cx="17190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48471" y="5504688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Shadcn/ui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5477255"/>
            <a:ext cx="17190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22992" y="5504688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Recharts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Demand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OpenAI GPT-powered intelligent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2606040" cy="2743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4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774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Historical Data
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358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Orders, sales, inventory levels from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2424" y="1691640"/>
            <a:ext cx="2606040" cy="2743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1691640"/>
            <a:ext cx="26060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3774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Context
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0358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Format data into structured prompt for OpenAI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691640"/>
            <a:ext cx="2606040" cy="2743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691640"/>
            <a:ext cx="26060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904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3774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OpenAI API
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30358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GPT model analyses patterns and trends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606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3" y="1691640"/>
            <a:ext cx="2606040" cy="2743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0263" y="169164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1824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3" y="23774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Prediction
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3" y="30358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Quantity forecast, risk flags, reorder advice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4663440"/>
            <a:ext cx="10972800" cy="17830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Reduce overstock &amp; stockouts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79" y="516636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Data-driven procurement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6636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Predict seasonal demand spikes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516636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Per-product, per-company forecasts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Key screens of the SynapChain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56232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Login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72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Role-based demo access buttons, JWT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9164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91640"/>
            <a:ext cx="2743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828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1856232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33172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KPI cards, recent orders, activity feed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828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856232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Inventory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3172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Product grid, search, low-stock highlights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69164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691640"/>
            <a:ext cx="2743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828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1856232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Orders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33172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Full lifecycle, status badges, filters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88620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023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050791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Shipments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52628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Progress tracker, driver info, advance 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88620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80" y="3886200"/>
            <a:ext cx="2743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3008" y="4023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208" y="4050791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452628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Revenue charts, inventory pie, trend 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88620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88620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023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050791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Predictions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52628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Demand forecast with risk assessment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3886200"/>
            <a:ext cx="2743200" cy="1965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3886200"/>
            <a:ext cx="2743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5168" y="4023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4050791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Supplier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452628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Fulfillment requests, accept/reject inline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25 test cases — all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2468880" cy="1463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562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Total
Test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1691640"/>
            <a:ext cx="2468880" cy="1463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69164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8562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Passed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464" y="1691640"/>
            <a:ext cx="2468880" cy="1463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98464" y="1691640"/>
            <a:ext cx="246888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8562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Failed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95944" y="1691640"/>
            <a:ext cx="2468880" cy="1463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95944" y="169164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18562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Pass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3337560"/>
            <a:ext cx="7315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3832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TC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337560"/>
            <a:ext cx="1371600" cy="38404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44752" y="33832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337560"/>
            <a:ext cx="5943600" cy="38404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2072" y="33832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3337560"/>
            <a:ext cx="914400" cy="38404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33832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3749039"/>
            <a:ext cx="73152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79475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3749039"/>
            <a:ext cx="1371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4752" y="379475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Login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3749039"/>
            <a:ext cx="5943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379475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Valid credentials → JWT returned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3749039"/>
            <a:ext cx="9144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7112" y="379475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" y="4096511"/>
            <a:ext cx="73152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1422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4096511"/>
            <a:ext cx="1371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44752" y="41422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Register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4096511"/>
            <a:ext cx="5943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62072" y="4142231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Valid company registration → 201 Created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4096511"/>
            <a:ext cx="9144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7112" y="414223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" y="4443983"/>
            <a:ext cx="73152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489703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4443983"/>
            <a:ext cx="1371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44752" y="44897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Inventory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4443983"/>
            <a:ext cx="5943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2072" y="4489703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Add product with all fields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4443983"/>
            <a:ext cx="9144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97112" y="448970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" y="4791456"/>
            <a:ext cx="73152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48371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4791456"/>
            <a:ext cx="1371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4752" y="48371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Orders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88920" y="4791456"/>
            <a:ext cx="5943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62072" y="483717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Create order → pending status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23960" y="4791456"/>
            <a:ext cx="9144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7112" y="48371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" y="5138927"/>
            <a:ext cx="73152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518464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0" y="5138927"/>
            <a:ext cx="1371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4752" y="518464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Orders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5138927"/>
            <a:ext cx="5943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62072" y="5184647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Cross-tenant access → 403 Forbidden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23960" y="5138927"/>
            <a:ext cx="9144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97112" y="518464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" y="5486400"/>
            <a:ext cx="73152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6656" y="5532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71600" y="5486400"/>
            <a:ext cx="1371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44752" y="5532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AI Forecast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88920" y="5486400"/>
            <a:ext cx="5943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62072" y="55321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OpenAI demand prediction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23960" y="5486400"/>
            <a:ext cx="9144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97112" y="5532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3504" y="5833872"/>
            <a:ext cx="73152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6656" y="5879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TC24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71600" y="5833872"/>
            <a:ext cx="1371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4752" y="58795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Audit Log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88920" y="5833872"/>
            <a:ext cx="59436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62072" y="587959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Non-admin access → 403 Forbidden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23960" y="5833872"/>
            <a:ext cx="914400" cy="33832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97112" y="58795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3504" y="6181344"/>
            <a:ext cx="73152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6656" y="62270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TC25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0" y="6181344"/>
            <a:ext cx="1371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44752" y="62270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RBAC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88920" y="6181344"/>
            <a:ext cx="59436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62072" y="622706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Staff on admin route → 403 Forbidden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23960" y="6181344"/>
            <a:ext cx="914400" cy="338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897112" y="62270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Pass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Real problems solved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5486400" cy="2148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73152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Neon DB Cold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037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⚠  Cloud database returned "Control plane request failed" on first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✓  Implemented retry logic + lazy pool initialization with exponential backoff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9944" y="1691640"/>
            <a:ext cx="5486400" cy="2148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1691640"/>
            <a:ext cx="73152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Local DNS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037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⚠  Router DNS could not resolve Neon PostgreSQL cloud hostname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788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✓  Pre-resolve hostname using Google DNS (8.8.8.8) before pool creation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4023360"/>
            <a:ext cx="5486400" cy="2148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4023360"/>
            <a:ext cx="73152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114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Cross-Tenant Data 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5354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⚠  Risk of one company seeing another company's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120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✓  Enforced company_id filter on EVERY database query via JWT middleware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4023360"/>
            <a:ext cx="5486400" cy="2148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9944" y="4023360"/>
            <a:ext cx="73152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114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Role-Specific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5354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⚠  Different user types need completely different views and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120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✓  Built 4 separate dashboard components with role-gated API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SDG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Sustainable Development Goals supported by SynapChain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691640"/>
            <a:ext cx="35204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691640"/>
            <a:ext cx="35204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71907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SDG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Industry, Innovation &amp;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9718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Provides scalable, cloud-ready AI supply chain infrastructure for businesses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691640"/>
            <a:ext cx="35204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691640"/>
            <a:ext cx="35204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71907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SDG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Responsible Consumption &amp;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9718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AI forecasting reduces overstock and waste; optimizes resource utilization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1691640"/>
            <a:ext cx="3520440" cy="4206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691640"/>
            <a:ext cx="352044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71907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SDG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Decent Work &amp; Economic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9718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Reduces manual effort, enables SMEs to compete with larger enterprises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" y="6035040"/>
            <a:ext cx="1097280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080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SynapChain directly contributes to a more sustainable, efficient, and equitable global supply chain ecosystem.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Planned enhancements for next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React Native app for iOS &amp; Android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15768" y="169164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IoT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606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RFID &amp; barcode scanners for auto-tracking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69164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Real-Time GPS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606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Live shipment map with carrier APIs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2904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32904" y="169164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WebSocket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606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Push notifications without page refresh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1472" y="169164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91472" y="169164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8712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Blockchain Ledger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2606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Immutable supply chain transaction 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Multi-Currency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54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International pricing and currency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15768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15768" y="384048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3008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7208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Advanced ML 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7208" y="4754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Custom trained models beyond OpenAI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74336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74336" y="384048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51576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65776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Email / SMS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65776" y="4754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Notifications outside the platform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384048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10144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24344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ERP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4344" y="4754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Connect SAP, Oracle, MS Dynamics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91472" y="3840480"/>
            <a:ext cx="210312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91472" y="384048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68712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2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PDF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2912" y="4754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Scheduled auto-generated report exports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What was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" y="175564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Full-stack SaaS supply chain platform built from scratch with Node.js, React, and PostgreSQL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3500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8600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Multi-tenant architecture ensures secure data isolation across all 6 database tables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944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8036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 role-specific dashboards: Admin, Operations Manager, Supplier, Business Analyst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387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7472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AI demand forecasting integrated via OpenAI API for intelligent inventory planning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8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10 fully implemented modules: auth, inventory, orders, shipments, suppliers, AI, notifications, analytics, audit log, export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472744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6344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25 comprehensive test cases executed — 100% pass rate across all modules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53218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257800"/>
            <a:ext cx="1049731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Real-world challenges solved: DNS resolution, cold-start handling, RBAC enforcement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6035040"/>
            <a:ext cx="10972800" cy="5029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" y="603504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10819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SynapChain is a production-ready, intelligent, and scalable supply chain management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0"/>
            <a:ext cx="1168603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120640"/>
            <a:ext cx="1168603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</a:rPr>
              <a:t>Questions &amp; Discussion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Abhinav Thakur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7588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University ID: 2211981009  ·  B.E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41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abhinav1009.be22@chitkarauniversity.edu.in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46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10B981"/>
                </a:solidFill>
              </a:rPr>
              <a:t>SynapChain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58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6B6D4"/>
                </a:solidFill>
              </a:rPr>
              <a:t>AI Supply Chain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Dr. Nagesh Kumar  ·  Project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38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Department of Computer Science &amp; Engineering  ·  Chitkara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00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